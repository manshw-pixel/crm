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651760"/>
            <a:ext cx="109728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Customer Success &amp;
Account Management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B4D8"/>
                </a:solidFill>
                <a:latin typeface="Calibri"/>
              </a:rPr>
              <a:t>With AI-Powered Churn Prediction — Design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Calibri"/>
              </a:rPr>
              <a:t>May 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Confidential —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Product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libri"/>
              </a:rPr>
              <a:t>An internal Customer Success CRM for our CS team, with a collaborative external customer portal.
Combines account management, playbook automation, QBR/success plan tooling, and a three-tier
AI churn prediction engine.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48840"/>
            <a:ext cx="2651760" cy="4206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👤 CSM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Customer Success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Primary power users — manage accounts, health scores, tasks, playbooks, success plans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148840"/>
            <a:ext cx="2651760" cy="4206240"/>
          </a:xfrm>
          <a:prstGeom prst="rect">
            <a:avLst/>
          </a:prstGeom>
          <a:solidFill>
            <a:srgbClr val="02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💼 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Account Executives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32461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View account health, track expansion opportunities, hand off to CSMs post-sale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48840"/>
            <a:ext cx="2651760" cy="4206240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⚙️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Administrators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461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Manage users, configure playbook rules, retrain ML model, view org-wide dashboards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148840"/>
            <a:ext cx="2651760" cy="42062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🌐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Customer Portal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2461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Access external portal to co-edit success plans, assign action items, submit surveys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33856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Approach A — Single monolith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One Django/Rails app, all in one. Simple to start but mixes customer portal and internal CRM, complicating auth and permissions.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97480"/>
            <a:ext cx="1133856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70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Approach B — Modular Monorepo ✅ RECOMMENDED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Shared FastAPI backend + two separate React frontends. Clean auth separation; Python-native for ML; one codebase to manage.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06240"/>
            <a:ext cx="1133856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793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Approach C — Full microservices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59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Separate services for each domain. Maximum scalability but overkill for v1; high operational overhead.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6400800"/>
              </a:tblGrid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FastAPI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Python-native for ML integration; async support; clean OpenAPI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Relational data fits account/contact/task model; JSONB for flexible fields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Cache /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Redis + ARQ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Background churn recalculation, playbook triggers,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ML Engine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Scikit-learn (GradientBoostingClassifier)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Proven for tabular churn prediction; fast retraining on small datasets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AI Narrative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Claude API (claude-sonnet-4-6)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Qualitative churn reasoning from CSM notes + score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Internal Frontend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React + Tailwind CSS + Shadcn/ui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Component library consistency; CSM-focused dashboard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Customer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React + Tailwind CSS + Shadcn/ui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Separate app, same design system, portal-scoped API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JWT (role-based)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Simple, stateless, portal-safe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Docker Compose (v1)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Single VPS; easy to migrate to cloud 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Monorepo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64240" cy="5166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FFCC"/>
                </a:solidFill>
                <a:latin typeface="Courier New"/>
              </a:rPr>
              <a:t>/
├── backend/
│   ├── app/
│   │   ├── api/           # Route handlers grouped by domain
│   │   ├── models/        # SQLAlchemy ORM models
│   │   ├── schemas/       # Pydantic request/response schemas
│   │   ├── services/      # Business logic (account, health, playbook, ai)
│   │   ├── ai/            # Churn engine: rules, ml_model, claude_narrator
│   │   ├── jobs/          # ARQ background jobs
│   │   └── core/          # Config, auth, db session, middleware
│   ├── migrations/        # Alembic migrations
│   ├── tests/
│   └── Dockerfile
├── frontend-internal/     # CSM / AE / Admin app
│   ├── src/
│   │   ├── pages/
│   │   ├── components/
│   │   ├── hooks/
│   │   └── api/           # Typed API client
│   └── Dockerfile
├── frontend-portal/       # Customer-facing portal
│   ├── src/
│   └── Dockerfile
├── docker-compose.yml
└── docs/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Flow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" y="2560320"/>
            <a:ext cx="13716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" y="269747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CSM
Enters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7964" y="2880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8276" y="2560320"/>
            <a:ext cx="137160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3996" y="269747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Rule Engine
(sync)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8164" y="2880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8476" y="2560320"/>
            <a:ext cx="1371600" cy="1097280"/>
          </a:xfrm>
          <a:prstGeom prst="rect">
            <a:avLst/>
          </a:prstGeom>
          <a:solidFill>
            <a:srgbClr val="02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4196" y="269747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Score
Change &gt;10?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8364" y="2880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8676" y="2560320"/>
            <a:ext cx="13716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4396" y="269747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ML Model
Reruns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8564" y="2880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8876" y="2560320"/>
            <a:ext cx="1371600" cy="1097280"/>
          </a:xfrm>
          <a:prstGeom prst="rect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4596" y="269747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Claude AI
Narrative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8763" y="2880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9076" y="2560320"/>
            <a:ext cx="137160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4796" y="269747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Playbook
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8963" y="2880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09276" y="2560320"/>
            <a:ext cx="13716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54996" y="269747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Customer
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B3E"/>
                </a:solidFill>
                <a:latin typeface="Calibri"/>
              </a:rPr>
              <a:t>Account data
updated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8276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B3E"/>
                </a:solidFill>
                <a:latin typeface="Calibri"/>
              </a:rPr>
              <a:t>Instant score
recalc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8476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B3E"/>
                </a:solidFill>
                <a:latin typeface="Calibri"/>
              </a:rPr>
              <a:t>If yes →
background job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8676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B3E"/>
                </a:solidFill>
                <a:latin typeface="Calibri"/>
              </a:rPr>
              <a:t>ML probability
+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8876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B3E"/>
                </a:solidFill>
                <a:latin typeface="Calibri"/>
              </a:rPr>
              <a:t>3-5 sentence
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9076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B3E"/>
                </a:solidFill>
                <a:latin typeface="Calibri"/>
              </a:rPr>
              <a:t>Check triggers
fire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9276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B3E"/>
                </a:solidFill>
                <a:latin typeface="Calibri"/>
              </a:rPr>
              <a:t>Updated health
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Model — Accounts &amp; Contacts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2560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id, name, tier (SMB/mid-market/enterprise), arr, mrr
contract_start, renewal_date, csm_id, ae_id
health_score (0–100), churn_risk_tier (green/yellow/red)
industry, employee_count, notes
created_at, updated_at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143000"/>
            <a:ext cx="5806440" cy="2560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id, account_id, name, email, title
role (champion/economic_buyer/influencer/
       detractor/end_user)
influence_rating (1–5), last_engaged_at
is_primary, created_at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0480"/>
            <a:ext cx="11475720" cy="2606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HealthScoreLog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15968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id, account_id, score (0–100), rule_score, ml_score, ml_confidence
ai_narrative (text), triggered_by (manual/auto/job), created_at
★ Indexed on account_id + created_at for efficient 90-day trend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Model — Activities &amp;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id, account_id
type (note/meeting/task_completed/email/
     playbook_triggered/score_change/survey)
title, content (text)
metadata (JSONB), created_by (FK User), created_at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43000"/>
            <a:ext cx="384048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344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id, account_id, title, description
priority (low/medium/high/urgent)
due_date, owner_id (FK User)
status (open/in_progress/completed/cancelled)
source (manual/playbook)
playbook_run_id, created_at, updated_at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43000"/>
            <a:ext cx="393192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MeetingNote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id, account_id, title, meeting_date
attendees (JSONB), agenda, decisions
action_items (JSONB), next_steps
created_by, created_at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Model — Plans &amp; Playbooks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240280" cy="5303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070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SuccessPlan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69164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/>
              </a:rPr>
              <a:t>id, account_id, title
status (draft/active/completed)
visible_to_customer (bool)
created_by, updated_at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143000"/>
            <a:ext cx="2240280" cy="5303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12070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169164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/>
              </a:rPr>
              <a:t>id, success_plan_id, title, description
owner_id, customer_assignee_name
due_date
status (not_started/in_progress/
        completed/blocked)
sort_order, created_at, updated_at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28616" y="1143000"/>
            <a:ext cx="2240280" cy="5303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4" y="12070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PlaybookTemplate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169164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/>
              </a:rPr>
              <a:t>id, name, description
trigger_type (score_drop/no_activity/
  renewal_approaching/nps_below/manual)
trigger_threshold, trigger_window_days
actions (JSONB), is_active
created_by, created_at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1143000"/>
            <a:ext cx="2240280" cy="5303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2070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PlaybookRun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69164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/>
              </a:rPr>
              <a:t>id, account_id
playbook_template_id
triggered_at, triggered_by
status (running/completed/failed)
actions_taken (JSONB), completed_at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28632" y="1143000"/>
            <a:ext cx="2240280" cy="5303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2070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169164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urier New"/>
              </a:rPr>
              <a:t>id, account_id
type (upsell/expansion/renewal/cross_sell)
stage (identified/qualified/proposed/
  negotiating/closed_won/closed_lost)
value, probability (0–100)
owner_id, expected_close_date
notes, created_at, updated_at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🤖  AI Churn Prediction Engine — Three-Tier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3566160" cy="5349240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  <a:latin typeface="Calibri"/>
              </a:rP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Rule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alibri"/>
              </a:rPr>
              <a:t>⏱ Real-time / Sync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3383279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Runs on every account save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6 configurable signal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Composite score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Maps to Green/Yellow/Red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Admin-adjustable 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143000"/>
            <a:ext cx="3566160" cy="5349240"/>
          </a:xfrm>
          <a:prstGeom prst="rect">
            <a:avLst/>
          </a:prstGeom>
          <a:solidFill>
            <a:srgbClr val="02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  <a:latin typeface="Calibri"/>
              </a:rPr>
              <a:t>Tier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600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alibri"/>
              </a:rPr>
              <a:t>⏱ Nightly + On-Demand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560320"/>
            <a:ext cx="3383279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697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GradientBoostingClassifier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All rule signals + enriched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Churn probability 0.0–1.0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Top 3 contributing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Weekly auto-retraining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1143000"/>
            <a:ext cx="3566160" cy="5349240"/>
          </a:xfrm>
          <a:prstGeom prst="rect">
            <a:avLst/>
          </a:prstGeom>
          <a:solidFill>
            <a:srgbClr val="5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199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  <a:latin typeface="Calibri"/>
              </a:rPr>
              <a:t>Tier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199" y="1600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Claude AI Narrative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9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alibri"/>
              </a:rPr>
              <a:t>⏱ On Score Change &gt;10 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59" y="2560320"/>
            <a:ext cx="3383279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199" y="2697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claude-sonnet-4-6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Qualitative risk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3–5 sentence plain-English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3 specific recommended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9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Prompt caching on system prompt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Tier 1 — Rule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3E"/>
                </a:solidFill>
                <a:latin typeface="Calibri"/>
              </a:rPr>
              <a:t>Configurable signal weights — adjustable by Admins. Composite score = weighted sum → 0–100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5760720"/>
              </a:tblGrid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Default Weight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Scoring Logic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Days since last CSM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&gt;30 days = 0,  &lt;7 days =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Days to renewal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&lt;30 days = 20,  &gt;180 days = 90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Open high-priority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0 tasks = 100,  3+ tasks 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NPS score (latest)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0–6 = 20,  7–8 = 60,  9–10 = 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Support ticket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Rising 30d trend = 20,  flat/falling = 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CSM sentiment rating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1–5 scale entered manually by CSM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394960"/>
            <a:ext cx="11430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Score Mapping:   🟢 Green = 70–100   🟡 Yellow = 40–69   🔴 Red = 0–39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Tier 2 — ML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Calibri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GradientBoostingClassifier (scikit-learn)
Proven for tabular churn prediction; fast retraining on small datasets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114300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73152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Calibri"/>
              </a:rP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All 6 rule signals  +  account age, tier, ARR
90-day historical score trend (30/60/90-day averages)
Playbook trigger count, portal engagement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23360"/>
            <a:ext cx="114300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73152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Calibri"/>
              </a:rPr>
              <a:t>Training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Admin uploads historical churn CSV (account_id, churned: bool, feature snapshot)
Model trains on upload + scheduled weekly auto-retraining
Model artifacts stored in /backend/ml_models/ with versioning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40680"/>
            <a:ext cx="114300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440680"/>
            <a:ext cx="73152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86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Calibri"/>
              </a:rPr>
              <a:t>Output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Churn probability: 0.0 – 1.0
Top 3 contributing features (with direction)
Confidence score stored in HealthScoreLog.ml_confidence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🤖  AI Tier 3 — Claude AI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05156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claude-sonnet-4-6  |  Prompt caching enabled on static system 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04288"/>
            <a:ext cx="11430000" cy="105156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04288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Score changes &gt;10 points  •  CSM requests fresh analysis  •  Nightly job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19856"/>
            <a:ext cx="11430000" cy="105156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419856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655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Input Context 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3133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Account name / tier / ARR  •  Rule score breakdown  •  ML probability + top features
Last 5 CSM notes  •  Last 3 survey responses  •  Open task count
Days to renewal  •  Recent playbook triggers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35424"/>
            <a:ext cx="11430000" cy="105156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535424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811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Output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46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3–5 sentence plain-English churn risk assessment
3 specific recommended next actions
Stored in HealthScoreLog.ai_narrative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50992"/>
            <a:ext cx="11430000" cy="105156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650992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6967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62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 customer PII sent — only company name, scores, and CSM 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Churn Score Combination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solidFill>
            <a:srgbClr val="0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ourier New"/>
              </a:rPr>
              <a:t>final_score  =  (rule_score × 0.4)  +  (ml_score × 100 × 0.6)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430000" cy="86868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632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ML Weight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ML model receives 60% weight — higher because it incorporates richer features and historical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50208"/>
            <a:ext cx="11430000" cy="86868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95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Rule-Only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61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Before first ML training upload, rule_score carries 100% of the weight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82896"/>
            <a:ext cx="11430000" cy="86868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928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Score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2943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0–39 = 🔴 Red (high risk)   40–69 = 🟡 Yellow (watch)   70–100 = 🟢 Green (healthy)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815583"/>
            <a:ext cx="11430000" cy="868680"/>
          </a:xfrm>
          <a:prstGeom prst="rect">
            <a:avLst/>
          </a:prstGeom>
          <a:solidFill>
            <a:srgbClr val="1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613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Update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2270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Rule score: real-time on every save.   Final score: recalculated after ML + Claude narrative completes.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API Design — Key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0" cy="2651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795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/auth/login → {access_token, role, user_id}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025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/auth/refresh → {access_token}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4048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/auth/logout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2651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7957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GET  /accounts → paginated list (filter: csm_id, risk_tier, renewal_window)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0253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GET  /accounts/{id} → full account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048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GET  /accounts/{id}/health → score breakdown, ML output, AI narrative,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072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GET  /accounts/{id}/timeline → paginated activity feed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0954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/accounts/{id}/notes → log note/meeting/activity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5669280" cy="2651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931920"/>
            <a:ext cx="56692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9684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AI &amp;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3891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/ai/narrative/{account_id} → on-demand Claude AI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7914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/ai/train → upload CSV, trigger ML retraining (admin)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51937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GET  /ai/model-info → version, accuracy, last 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5961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/scoring/recalculate/{account_id} → force full recalculation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931920"/>
            <a:ext cx="5760720" cy="2651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931920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96849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Customer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3891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GET  /portal/me → account summary + health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79145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GET  /portal/success-plan → active success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19379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PATCH /portal/milestones/{id} → update status/assignee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5961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/portal/surveys → submit NPS/CSAT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99846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POST /portal/requests → submit new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Internal CRM — Pages &amp; Views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235440"/>
              </a:tblGrid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Components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Health distribution donut, at-risk account list, tasks due today, renewal calendar, churn trend sparklines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Account List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Filterable table: name, tier, ARR, CSM, health score badge, renewal date, last activity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Account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Tabs: Overview / Health / Timeline / Tasks / Contacts / Success Plan / Opportunities / Playbooks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Health Tab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Score gauge, rule breakdown sliders, ML confidence bar, Claude AI narrative card, 90-day trend chart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Timeline Tab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Chronological activity feed with type filters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Success Plan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Milestone kanban / list view, co-edit indicator, PDF export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QBR 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Template form auto-populated from account data, editable sections, PDF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Playbooks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Template library, run history per account, manual trigger button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Manager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Team table, churn heatmap, NRR waterfall chart, playbook adoption 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Churn Report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Ranked account list with risk scores, AI narrative previews, bulk export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Settings (Admin)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User management, rule weight configurator, playbook templates, ML model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Customer Portal — Pages &amp; Views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235440"/>
              </a:tblGrid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Components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Health score summary card, open milestones count, upcoming tasks, CSM contact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Success Plan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Milestone list with status toggles, assignee field, comment threads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Shared roadmap items added by CSM — read/comment only for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Requests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Submit new request form, view status of past requests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Surveys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Active NPS/CSAT survey prompt; submission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Meetings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Embedded calendar link to schedule with CSM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1B3E"/>
                </a:solidFill>
                <a:latin typeface="Calibri"/>
              </a:rPr>
              <a:t>🔒  Portal access is scoped by JWT — customers see only their own account data. All portal routes filter server-side by account_id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Background Jobs (ARQ / Redis)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017520"/>
                <a:gridCol w="5760720"/>
              </a:tblGrid>
              <a:tr h="76417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recalculate_health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Score change &gt;10 pts or manual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Runs ML model prediction + Claude AI narrative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nightly_health_sweep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Cron: 2am daily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Recalculates all accounts; flags stale/unreviewed ones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playbook_evaluator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After every health recalculation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Checks trigger conditions; fires configured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renewal_reminder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Cron: daily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Creates tasks for accounts renewing in 30 / 60 / 90 days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ml_retraining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Weekly or on admin CSV 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Retrains GradientBoostingClassifier, saves versioned artifact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417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notification_dispatcher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Event-driven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Sends email alerts for at-risk escalations, task due reminders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🔒  Security &amp; Access Control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6012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Access Scope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Full access: all accounts, all users, settings, ML training, playbook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CSM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Own assigned accounts + read access to all accounts; cannot access settings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Read access to accounts they own; can create opportunities; no health score 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Portal only: own account data, success plan, milestones, surveys; no internal data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977639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All API routes validate JWT + role scope on every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416552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4165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Customer JWT includes account_id claim — all portal routes filter by this claim server-side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55464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5546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Passwords: bcrypt hashed (no plaintext storage)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294376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Claude AI calls: only company name, scores, and CSM notes sent — no customer personal data (PII)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33288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3328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HTTPS enforced in production; all inter-service comms over internal Docker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Out of Scope (v1)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40680" cy="5623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4068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Out of Scope —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✗  Email / calendar sync (manual logging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7685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✗  Native 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950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✗  Real-time collaborative editing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0215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✗  Multi-tenant / white-label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✗  Billing / payment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27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✗  Slack / Teams notifications (email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00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✗  In-app chat between CSM and customer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5486400" cy="5623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1338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✅  Success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64208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✓  CSM logs note → updated score + Claude narrative within 60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✓  ML model retrains on CSV upload without manual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73552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✓  Customer portal loads success plan — no internal data exposed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78224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✓  Playbook auto-creates task within 5 min of score threshold breach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82896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✓  Churn report ranks all accounts by risk + exportable to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1B3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